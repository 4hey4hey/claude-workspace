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基幹システム移行に向けた提案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2027年EOL対応 実施方針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68580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デジタル組織 × 基盤刷新プロジェクト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 &gt; 現状分析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320" y="457200"/>
            <a:ext cx="8595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現行システムは2027年までのEOLが決定。移行なければ業務停止リスク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" cy="274320"/>
          </a:xfrm>
          <a:prstGeom prst="ellipse">
            <a:avLst/>
          </a:prstGeom>
          <a:solidFill>
            <a:srgbClr val="00409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13258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2027Q1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1325880"/>
            <a:ext cx="274320" cy="274320"/>
          </a:xfrm>
          <a:prstGeom prst="ellipse">
            <a:avLst/>
          </a:prstGeom>
          <a:solidFill>
            <a:srgbClr val="004098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2027Q2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業務停止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274320" cy="274320"/>
          </a:xfrm>
          <a:prstGeom prst="ellipse">
            <a:avLst/>
          </a:prstGeom>
          <a:solidFill>
            <a:srgbClr val="004098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安定運用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18872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8346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試算値（年額）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根拠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移行投資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8,500万円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基本設計・詳細設計・構築・テスト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運用コスト削減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年1,200万円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レガシーシステム廃止による保守削減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7.1年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投資回収年数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274320" y="3611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　試算根拠は別紙「基幹刷新詳細設計書」を参照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931920"/>
            <a:ext cx="859536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9776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スケジュール遅延による業務停止リスク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本年度決定～着手がなければ、2027年のEOL対応が困難になります。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 &gt; 実施方針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320" y="457200"/>
            <a:ext cx="8595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段階的な基盤刷新で業務継続を確保。Phase 1では要件定義・基本設計まで実施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03120" cy="64008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（2024FY）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基本設計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600200"/>
            <a:ext cx="274320" cy="182880"/>
          </a:xfrm>
          <a:prstGeom prst="triangle">
            <a:avLst/>
          </a:prstGeom>
          <a:solidFill>
            <a:srgbClr val="444466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0" y="1371600"/>
            <a:ext cx="21031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（2025FY）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17190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詳細設計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49240" y="1600200"/>
            <a:ext cx="274320" cy="182880"/>
          </a:xfrm>
          <a:prstGeom prst="triangle">
            <a:avLst/>
          </a:prstGeom>
          <a:solidFill>
            <a:srgbClr val="44446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1371600"/>
            <a:ext cx="21031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（2026FY）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7190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本番稼働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01000" y="1600200"/>
            <a:ext cx="274320" cy="182880"/>
          </a:xfrm>
          <a:prstGeom prst="triangle">
            <a:avLst/>
          </a:prstGeom>
          <a:solidFill>
            <a:srgbClr val="44446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286000"/>
            <a:ext cx="8595360" cy="4572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4231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ネクストアクション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本会議で Phase 1 実施の承認を得る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プロジェクトチーム体制を確定する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詳細スケジュール・予算を確定する（4月中）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840480"/>
            <a:ext cx="4206240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31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投資額（Phase 1）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2,500万円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663440" y="3840480"/>
            <a:ext cx="420624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931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ROI（3年計）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年1,200万円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2026-04-11T12:36:32Z</dcterms:created>
  <dcterms:modified xsi:type="dcterms:W3CDTF">2026-04-11T12:36:32Z</dcterms:modified>
</cp:coreProperties>
</file>