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DPG OKR FY26  &gt;  挑戦KR②  &gt;  初回報告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Q1（4-6月）の施策スケジュール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143000"/>
            <a:ext cx="2133600" cy="32004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14300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4240" y="1143000"/>
            <a:ext cx="4572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11040" y="1143000"/>
            <a:ext cx="2133600" cy="32004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14300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143000"/>
            <a:ext cx="4572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44640" y="1143000"/>
            <a:ext cx="2133600" cy="32004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15" name="Text 13"/>
          <p:cNvSpPr/>
          <p:nvPr/>
        </p:nvSpPr>
        <p:spPr>
          <a:xfrm>
            <a:off x="6644640" y="114300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1440" y="1143000"/>
            <a:ext cx="4572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143000"/>
            <a:ext cx="2011680" cy="32004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536192"/>
            <a:ext cx="1956816" cy="1426464"/>
          </a:xfrm>
          <a:prstGeom prst="roundRect">
            <a:avLst>
              <a:gd name="adj" fmla="val 1282"/>
            </a:avLst>
          </a:prstGeom>
          <a:solidFill>
            <a:srgbClr val="00118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536192"/>
            <a:ext cx="1956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共通基盤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1536192"/>
            <a:ext cx="6400800" cy="14264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444240" y="1536192"/>
            <a:ext cx="2743" cy="14264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1040" y="1536192"/>
            <a:ext cx="4572" cy="14264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5577840" y="1536192"/>
            <a:ext cx="2743" cy="14264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6644640" y="1536192"/>
            <a:ext cx="4572" cy="14264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Shape 24"/>
          <p:cNvSpPr/>
          <p:nvPr/>
        </p:nvSpPr>
        <p:spPr>
          <a:xfrm>
            <a:off x="7711440" y="1536192"/>
            <a:ext cx="2743" cy="14264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4872" y="1609344"/>
            <a:ext cx="2078736" cy="292608"/>
          </a:xfrm>
          <a:prstGeom prst="roundRect">
            <a:avLst>
              <a:gd name="adj" fmla="val 6250"/>
            </a:avLst>
          </a:prstGeom>
          <a:solidFill>
            <a:srgbClr val="00118F"/>
          </a:solidFill>
          <a:ln/>
        </p:spPr>
      </p:sp>
      <p:sp>
        <p:nvSpPr>
          <p:cNvPr id="28" name="Text 26"/>
          <p:cNvSpPr/>
          <p:nvPr/>
        </p:nvSpPr>
        <p:spPr>
          <a:xfrm>
            <a:off x="2450592" y="1609344"/>
            <a:ext cx="204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工程整理・計測設計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1672" y="1938528"/>
            <a:ext cx="3145536" cy="292608"/>
          </a:xfrm>
          <a:prstGeom prst="roundRect">
            <a:avLst>
              <a:gd name="adj" fmla="val 6250"/>
            </a:avLst>
          </a:prstGeom>
          <a:solidFill>
            <a:srgbClr val="00118F"/>
          </a:solidFill>
          <a:ln/>
        </p:spPr>
      </p:sp>
      <p:sp>
        <p:nvSpPr>
          <p:cNvPr id="30" name="Text 28"/>
          <p:cNvSpPr/>
          <p:nvPr/>
        </p:nvSpPr>
        <p:spPr>
          <a:xfrm>
            <a:off x="3517392" y="19385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Naikist計測仕組み開発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05272" y="2267712"/>
            <a:ext cx="3145536" cy="292608"/>
          </a:xfrm>
          <a:prstGeom prst="roundRect">
            <a:avLst>
              <a:gd name="adj" fmla="val 6250"/>
            </a:avLst>
          </a:prstGeom>
          <a:solidFill>
            <a:srgbClr val="00118F"/>
          </a:solidFill>
          <a:ln/>
        </p:spPr>
      </p:sp>
      <p:sp>
        <p:nvSpPr>
          <p:cNvPr id="32" name="Text 30"/>
          <p:cNvSpPr/>
          <p:nvPr/>
        </p:nvSpPr>
        <p:spPr>
          <a:xfrm>
            <a:off x="5650992" y="2267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他チームNotion計測開始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38872" y="2596896"/>
            <a:ext cx="1011936" cy="292608"/>
          </a:xfrm>
          <a:prstGeom prst="roundRect">
            <a:avLst>
              <a:gd name="adj" fmla="val 6250"/>
            </a:avLst>
          </a:prstGeom>
          <a:solidFill>
            <a:srgbClr val="00118F"/>
          </a:solidFill>
          <a:ln/>
        </p:spPr>
      </p:sp>
      <p:sp>
        <p:nvSpPr>
          <p:cNvPr id="34" name="Text 32"/>
          <p:cNvSpPr/>
          <p:nvPr/>
        </p:nvSpPr>
        <p:spPr>
          <a:xfrm>
            <a:off x="7784592" y="2596896"/>
            <a:ext cx="97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ベースライン確定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017520"/>
            <a:ext cx="1956816" cy="768096"/>
          </a:xfrm>
          <a:prstGeom prst="roundRect">
            <a:avLst>
              <a:gd name="adj" fmla="val 2381"/>
            </a:avLst>
          </a:prstGeom>
          <a:solidFill>
            <a:srgbClr val="264AF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017520"/>
            <a:ext cx="1956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入口品質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3017520"/>
            <a:ext cx="6400800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8" name="Shape 36"/>
          <p:cNvSpPr/>
          <p:nvPr/>
        </p:nvSpPr>
        <p:spPr>
          <a:xfrm>
            <a:off x="3444240" y="301752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11040" y="301752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0" name="Shape 38"/>
          <p:cNvSpPr/>
          <p:nvPr/>
        </p:nvSpPr>
        <p:spPr>
          <a:xfrm>
            <a:off x="5577840" y="301752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6644640" y="301752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Shape 40"/>
          <p:cNvSpPr/>
          <p:nvPr/>
        </p:nvSpPr>
        <p:spPr>
          <a:xfrm>
            <a:off x="7711440" y="301752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1"/>
          <p:cNvSpPr/>
          <p:nvPr/>
        </p:nvSpPr>
        <p:spPr>
          <a:xfrm>
            <a:off x="2404872" y="3090672"/>
            <a:ext cx="2078736" cy="292608"/>
          </a:xfrm>
          <a:prstGeom prst="roundRect">
            <a:avLst>
              <a:gd name="adj" fmla="val 6250"/>
            </a:avLst>
          </a:prstGeom>
          <a:solidFill>
            <a:srgbClr val="264AF4"/>
          </a:solidFill>
          <a:ln/>
        </p:spPr>
      </p:sp>
      <p:sp>
        <p:nvSpPr>
          <p:cNvPr id="44" name="Text 42"/>
          <p:cNvSpPr/>
          <p:nvPr/>
        </p:nvSpPr>
        <p:spPr>
          <a:xfrm>
            <a:off x="2450592" y="3090672"/>
            <a:ext cx="204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外部講師レクチャー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38472" y="3419856"/>
            <a:ext cx="4212336" cy="292608"/>
          </a:xfrm>
          <a:prstGeom prst="roundRect">
            <a:avLst>
              <a:gd name="adj" fmla="val 6250"/>
            </a:avLst>
          </a:prstGeom>
          <a:solidFill>
            <a:srgbClr val="264AF4"/>
          </a:solidFill>
          <a:ln/>
        </p:spPr>
      </p:sp>
      <p:sp>
        <p:nvSpPr>
          <p:cNvPr id="46" name="Text 44"/>
          <p:cNvSpPr/>
          <p:nvPr/>
        </p:nvSpPr>
        <p:spPr>
          <a:xfrm>
            <a:off x="4584192" y="3419856"/>
            <a:ext cx="417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継続支援・定着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840480"/>
            <a:ext cx="1956816" cy="768096"/>
          </a:xfrm>
          <a:prstGeom prst="roundRect">
            <a:avLst>
              <a:gd name="adj" fmla="val 2381"/>
            </a:avLst>
          </a:prstGeom>
          <a:solidFill>
            <a:srgbClr val="6F23D0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3840480"/>
            <a:ext cx="1956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フロー効率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377440" y="3840480"/>
            <a:ext cx="6400800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4240" y="384048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4511040" y="384048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77840" y="384048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3" name="Shape 51"/>
          <p:cNvSpPr/>
          <p:nvPr/>
        </p:nvSpPr>
        <p:spPr>
          <a:xfrm>
            <a:off x="6644640" y="384048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Shape 52"/>
          <p:cNvSpPr/>
          <p:nvPr/>
        </p:nvSpPr>
        <p:spPr>
          <a:xfrm>
            <a:off x="7711440" y="384048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2404872" y="3913632"/>
            <a:ext cx="2078736" cy="292608"/>
          </a:xfrm>
          <a:prstGeom prst="roundRect">
            <a:avLst>
              <a:gd name="adj" fmla="val 6250"/>
            </a:avLst>
          </a:prstGeom>
          <a:solidFill>
            <a:srgbClr val="6F23D0"/>
          </a:solidFill>
          <a:ln/>
        </p:spPr>
      </p:sp>
      <p:sp>
        <p:nvSpPr>
          <p:cNvPr id="56" name="Text 54"/>
          <p:cNvSpPr/>
          <p:nvPr/>
        </p:nvSpPr>
        <p:spPr>
          <a:xfrm>
            <a:off x="2450592" y="3913632"/>
            <a:ext cx="204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チーム構成検討・設計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38472" y="4242816"/>
            <a:ext cx="3145536" cy="292608"/>
          </a:xfrm>
          <a:prstGeom prst="roundRect">
            <a:avLst>
              <a:gd name="adj" fmla="val 6250"/>
            </a:avLst>
          </a:prstGeom>
          <a:solidFill>
            <a:srgbClr val="6F23D0"/>
          </a:solidFill>
          <a:ln/>
        </p:spPr>
      </p:sp>
      <p:sp>
        <p:nvSpPr>
          <p:cNvPr id="58" name="Text 56"/>
          <p:cNvSpPr/>
          <p:nvPr/>
        </p:nvSpPr>
        <p:spPr>
          <a:xfrm>
            <a:off x="4584192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フィーチャーチーム移行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663440"/>
            <a:ext cx="1956816" cy="768096"/>
          </a:xfrm>
          <a:prstGeom prst="roundRect">
            <a:avLst>
              <a:gd name="adj" fmla="val 2381"/>
            </a:avLst>
          </a:prstGeom>
          <a:solidFill>
            <a:srgbClr val="1D8B56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663440"/>
            <a:ext cx="1956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学習ループ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377440" y="4663440"/>
            <a:ext cx="6400800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2" name="Shape 60"/>
          <p:cNvSpPr/>
          <p:nvPr/>
        </p:nvSpPr>
        <p:spPr>
          <a:xfrm>
            <a:off x="3444240" y="466344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3" name="Shape 61"/>
          <p:cNvSpPr/>
          <p:nvPr/>
        </p:nvSpPr>
        <p:spPr>
          <a:xfrm>
            <a:off x="4511040" y="466344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7840" y="466344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5" name="Shape 63"/>
          <p:cNvSpPr/>
          <p:nvPr/>
        </p:nvSpPr>
        <p:spPr>
          <a:xfrm>
            <a:off x="6644640" y="4663440"/>
            <a:ext cx="4572" cy="7680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Shape 64"/>
          <p:cNvSpPr/>
          <p:nvPr/>
        </p:nvSpPr>
        <p:spPr>
          <a:xfrm>
            <a:off x="7711440" y="4663440"/>
            <a:ext cx="2743" cy="76809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7" name="Shape 65"/>
          <p:cNvSpPr/>
          <p:nvPr/>
        </p:nvSpPr>
        <p:spPr>
          <a:xfrm>
            <a:off x="3471672" y="4736592"/>
            <a:ext cx="2078736" cy="292608"/>
          </a:xfrm>
          <a:prstGeom prst="roundRect">
            <a:avLst>
              <a:gd name="adj" fmla="val 6250"/>
            </a:avLst>
          </a:prstGeom>
          <a:solidFill>
            <a:srgbClr val="1D8B56"/>
          </a:solidFill>
          <a:ln/>
        </p:spPr>
      </p:sp>
      <p:sp>
        <p:nvSpPr>
          <p:cNvPr id="68" name="Text 66"/>
          <p:cNvSpPr/>
          <p:nvPr/>
        </p:nvSpPr>
        <p:spPr>
          <a:xfrm>
            <a:off x="3517392" y="4736592"/>
            <a:ext cx="204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ログテンプレート設計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605272" y="5065776"/>
            <a:ext cx="3145536" cy="292608"/>
          </a:xfrm>
          <a:prstGeom prst="roundRect">
            <a:avLst>
              <a:gd name="adj" fmla="val 6250"/>
            </a:avLst>
          </a:prstGeom>
          <a:solidFill>
            <a:srgbClr val="1D8B56"/>
          </a:solidFill>
          <a:ln/>
        </p:spPr>
      </p:sp>
      <p:sp>
        <p:nvSpPr>
          <p:cNvPr id="70" name="Text 68"/>
          <p:cNvSpPr/>
          <p:nvPr/>
        </p:nvSpPr>
        <p:spPr>
          <a:xfrm>
            <a:off x="5650992" y="5065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検証ログ運用開始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30880" y="1463040"/>
            <a:ext cx="13716" cy="4023360"/>
          </a:xfrm>
          <a:prstGeom prst="rect">
            <a:avLst/>
          </a:prstGeom>
          <a:solidFill>
            <a:srgbClr val="E25100"/>
          </a:solidFill>
          <a:ln/>
        </p:spPr>
      </p:sp>
      <p:sp>
        <p:nvSpPr>
          <p:cNvPr id="72" name="Text 70"/>
          <p:cNvSpPr/>
          <p:nvPr/>
        </p:nvSpPr>
        <p:spPr>
          <a:xfrm>
            <a:off x="3093720" y="145389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51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2026-04-15T09:28:00Z</dcterms:created>
  <dcterms:modified xsi:type="dcterms:W3CDTF">2026-04-15T09:28:00Z</dcterms:modified>
</cp:coreProperties>
</file>