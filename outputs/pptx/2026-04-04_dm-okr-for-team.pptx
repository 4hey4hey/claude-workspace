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DMチーム</a:t>
            </a:r>
            <a:endParaRPr lang="en-US" sz="3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Mission &amp; OKR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デリバリーマネジメントチーム 方針共有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2026-04-04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杉崎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Mission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私たちの存在意義：同じ予算で施策をもっと速く・多く回せるようにすること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8412480" cy="640080"/>
          </a:xfrm>
          <a:prstGeom prst="roundRect">
            <a:avLst>
              <a:gd name="adj" fmla="val 4286"/>
            </a:avLst>
          </a:prstGeom>
          <a:solidFill>
            <a:srgbClr val="EEF3FA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344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バリューチェーンの流れを最適化し、ムダなくムリなく顧客に価値が届く状態を作る。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103120"/>
            <a:ext cx="8412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経営にとっての意味</a:t>
            </a:r>
            <a:pPr indent="0" marL="0">
              <a:lnSpc>
                <a:spcPct val="160000"/>
              </a:lnSpc>
              <a:buNone/>
            </a:pP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「同じ予算体制で、施策をもっと速く・多く回せるようにする」こと。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単に速く作るだけではなく、「正しいものを、速く、持続的に届ける」状態を作ることがこのチームのMissionです。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Mission &gt; 構造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Missionは「投資対効果・スループット・サステナビリティ」の3本柱で構成される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8" name="Image 0" descr="assets/diagrams/dm-okr-mission-tree.draw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8412480" cy="28428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Mission &gt; 行動原則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4つの行動原則「見極める・速くする・強くする・守る」が日々の判断基準になる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05840"/>
                <a:gridCol w="2011680"/>
                <a:gridCol w="420624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担い手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意味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具体的な場面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見極める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PO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投資判断・価値の選択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優先順位判断、やらないことの決定、受入条件定義、スコープ判断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速くする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SM + PO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フロー効率の最大化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ボトルネック解消、PBIの小分割、仕様起因の手戻り削減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強くする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SM + PO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チーム育成・プロセス改善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チームの育成、オンボーディング、ふりかえりの質向上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守る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SM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障害除去・健全性維持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ブロッカー検知・除去、1on1、メンタルケア、負荷分散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OKR &gt; Objective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Objective：投資が最短・最確実に顧客価値へ変換されるデリバリーラインを確立する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88720"/>
            <a:ext cx="2682240" cy="3758184"/>
          </a:xfrm>
          <a:prstGeom prst="roundRect">
            <a:avLst>
              <a:gd name="adj" fmla="val 1023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1188720"/>
            <a:ext cx="2645664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325880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正しく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691640"/>
            <a:ext cx="240792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正しいものに正しい順番で投資する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（入口品質）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30880" y="1188720"/>
            <a:ext cx="2682240" cy="3758184"/>
          </a:xfrm>
          <a:prstGeom prst="roundRect">
            <a:avLst>
              <a:gd name="adj" fmla="val 1023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9168" y="1188720"/>
            <a:ext cx="2645664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3368040" y="1325880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速く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68040" y="1691640"/>
            <a:ext cx="240792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着手からリリースまでの時間を短縮する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（フロー効率）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96000" y="1188720"/>
            <a:ext cx="2682240" cy="3758184"/>
          </a:xfrm>
          <a:prstGeom prst="roundRect">
            <a:avLst>
              <a:gd name="adj" fmla="val 1023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14288" y="1188720"/>
            <a:ext cx="2645664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6233160" y="1325880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持続的に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33160" y="1691640"/>
            <a:ext cx="240792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チームが走り続けられる状態を守り、育てる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（サステナビリティ）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OKR &gt; Key Results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5つのKRで成果を測る：挑戦3つ＋基盤2つ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585216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KR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区分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何を目指すか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KR1 入口品質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挑戦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開発ラインに流す仕事の質を上げ、仕様起因の手戻りをなくす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KR2 フロー効率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挑戦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着手からリリースまでの時間を短縮する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KR3 学習ループ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挑戦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届けた結果から学び、次の投資判断に活かすサイクルを作る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基盤KR1 健全性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基盤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チームが持続可能なペースで走れる状態を守る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基盤KR2 育成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基盤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次世代リーダーを育てる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OKR &gt; KR連動構造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3つの挑戦KRは入口品質→フロー効率→学習ループの循環で改善し合う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8" name="Image 0" descr="assets/diagrams/dm-okr-kr-cycle.draw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385" y="1143000"/>
            <a:ext cx="710123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OKR &gt; 共通原則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PO・SM共通の実践：価値を小さく分割し、仮説検証のスピードを上げる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937760"/>
                <a:gridCol w="146304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実践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やること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効くKR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価値の垂直スライス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技術レイヤーではなく、ユーザー価値の単位で分割する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KR2・KR3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比較可能な単位で出す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A案/B案を同時に出して定量比較できるサイズにする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KR3→KR1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仮説を明示してから着手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PBIに「検証したい仮説」を1行書いてスプリントに入れる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KR3・KR1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「やらない」を先に決める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分割時に今回やらないことを明示的にリストアップする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KR1・KR2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OKR &gt; 全体像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Mission→OKR：すべては「開発投資のリターン最大化」から一貫して導出されている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8" name="Image 0" descr="assets/diagrams/dm-okr-logic-tree.draw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8412480" cy="32900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DMチーム Mission &amp; OKR</dc:title>
  <dc:subject>PptxGenJS Presentation</dc:subject>
  <dc:creator>PptxGenJS</dc:creator>
  <cp:lastModifiedBy>PptxGenJS</cp:lastModifiedBy>
  <cp:revision>1</cp:revision>
  <dcterms:created xsi:type="dcterms:W3CDTF">2026-04-04T11:21:24Z</dcterms:created>
  <dcterms:modified xsi:type="dcterms:W3CDTF">2026-04-04T11:21:24Z</dcterms:modified>
</cp:coreProperties>
</file>