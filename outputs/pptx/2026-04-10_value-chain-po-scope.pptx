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バリューチェーン全体像 ー POの守備範囲と</a:t>
            </a:r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"その手前"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Pdmの守備範囲（What/Why）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777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POの守備範囲（How/When）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60520" y="731520"/>
            <a:ext cx="0" cy="3611880"/>
          </a:xfrm>
          <a:prstGeom prst="line">
            <a:avLst/>
          </a:prstGeom>
          <a:noFill/>
          <a:ln w="19050">
            <a:solidFill>
              <a:srgbClr val="D9400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1417320" cy="2880360"/>
          </a:xfrm>
          <a:prstGeom prst="roundRect">
            <a:avLst>
              <a:gd name="adj" fmla="val 1935"/>
            </a:avLst>
          </a:pr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9659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事業ニーズ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/ Why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611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1234440"/>
            <a:ext cx="1965960" cy="2880360"/>
          </a:xfrm>
          <a:prstGeom prst="roundRect">
            <a:avLst>
              <a:gd name="adj" fmla="val 1395"/>
            </a:avLst>
          </a:prstGeom>
          <a:solidFill>
            <a:srgbClr val="FFF4EC"/>
          </a:solidFill>
          <a:ln w="25400">
            <a:solidFill>
              <a:srgbClr val="D9400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011680" y="14173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施策の前提整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理・要求定義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2103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前提を揃える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246888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・as-is / to-be整理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・ビジネス試算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・業務フロー調整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・SH間合意形成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・既存業者・契約整理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611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0" y="1234440"/>
            <a:ext cx="1417320" cy="2880360"/>
          </a:xfrm>
          <a:prstGeom prst="roundRect">
            <a:avLst>
              <a:gd name="adj" fmla="val 1935"/>
            </a:avLst>
          </a:prstGeom>
          <a:solidFill>
            <a:srgbClr val="DCEAF8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965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要件定義・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要件分割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25146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/ When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3611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1234440"/>
            <a:ext cx="1417320" cy="2880360"/>
          </a:xfrm>
          <a:prstGeom prst="roundRect">
            <a:avLst>
              <a:gd name="adj" fmla="val 1935"/>
            </a:avLst>
          </a:prstGeom>
          <a:solidFill>
            <a:srgbClr val="DCEAF8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9659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開発〜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リリース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9320" y="25146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3611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 + Dev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89520" y="1234440"/>
            <a:ext cx="1280160" cy="2880360"/>
          </a:xfrm>
          <a:prstGeom prst="roundRect">
            <a:avLst>
              <a:gd name="adj" fmla="val 2143"/>
            </a:avLst>
          </a:prstGeom>
          <a:solidFill>
            <a:srgbClr val="DCEAF8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057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8952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学習ループ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3611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 + PdM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709928" y="2674620"/>
            <a:ext cx="192024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04488" y="2674620"/>
            <a:ext cx="466344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24728" y="2674620"/>
            <a:ext cx="146304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24928" y="2674620"/>
            <a:ext cx="146304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229600" y="4114800"/>
            <a:ext cx="0" cy="18288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82980" y="4297680"/>
            <a:ext cx="724662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982980" y="4297680"/>
            <a:ext cx="0" cy="-18288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バリューチェーン全体像 ー POの守備範囲と"その手前"</dc:title>
  <dc:subject>PptxGenJS Presentation</dc:subject>
  <dc:creator>PptxGenJS</dc:creator>
  <cp:lastModifiedBy>PptxGenJS</cp:lastModifiedBy>
  <cp:revision>1</cp:revision>
  <dcterms:created xsi:type="dcterms:W3CDTF">2026-04-09T23:09:26Z</dcterms:created>
  <dcterms:modified xsi:type="dcterms:W3CDTF">2026-04-09T23:09:26Z</dcterms:modified>
</cp:coreProperties>
</file>